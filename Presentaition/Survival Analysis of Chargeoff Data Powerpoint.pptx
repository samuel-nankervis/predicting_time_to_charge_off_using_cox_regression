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Survival Analysis of Chargeoff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Samuel Nankervis, Evelyn Zhuang, Kay Ferrin</a:t>
            </a:r>
            <a:br/>
            <a:r>
              <a:rPr/>
              <a:t>Southern Utah University</a:t>
            </a:r>
            <a:br/>
            <a:r>
              <a:rPr/>
              <a:t>Fundamentals of Data Science</a:t>
            </a:r>
            <a:br/>
            <a:r>
              <a:rPr/>
              <a:t>Dr. Rick Brown</a:t>
            </a:r>
            <a:br/>
            <a:r>
              <a:rPr/>
              <a:t>April 13th, 2026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#New Section with big title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Title (also makes a new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point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point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one appears first</a:t>
            </a:r>
          </a:p>
          <a:p>
            <a:pPr lvl="0"/>
            <a:r>
              <a:rPr/>
              <a:t>This one appears second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"Hello World"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this graph!</a:t>
            </a:r>
          </a:p>
        </p:txBody>
      </p:sp>
      <p:pic>
        <p:nvPicPr>
          <p:cNvPr descr="Survival-Analysis-of-Chargeoff-Data-Powerpoint_files/figure-pptx/plot%20something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Survival Analysis of Chargeoff Data</dc:title>
  <dc:creator/>
  <cp:keywords/>
  <dcterms:created xsi:type="dcterms:W3CDTF">2026-04-06T04:31:41Z</dcterms:created>
  <dcterms:modified xsi:type="dcterms:W3CDTF">2026-04-06T04:31:41Z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Samuel Nankervis, Evelyn Zhuang, Kay Ferrin Southern Utah University Fundamentals of Data Science Dr. Rick Brown April 13th, 2026</vt:lpwstr>
  </property>
  <property fmtid="{D5CDD505-2E9C-101B-9397-08002B2CF9AE}" pid="8" name="toc-title">
    <vt:lpwstr>Table of contents</vt:lpwstr>
  </property>
</Properties>
</file>